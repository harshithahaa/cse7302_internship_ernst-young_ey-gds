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49" d="100"/>
          <a:sy n="49" d="100"/>
        </p:scale>
        <p:origin x="91" y="8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r>
            <a:rPr lang="en-US" dirty="0"/>
            <a:t>Onboarding and orientation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/>
      <dgm:spPr/>
      <dgm:t>
        <a:bodyPr/>
        <a:lstStyle/>
        <a:p>
          <a:r>
            <a:rPr lang="en-US" dirty="0"/>
            <a:t>Training on Tax processes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r>
            <a:rPr lang="en-US" dirty="0">
              <a:latin typeface="+mn-lt"/>
              <a:cs typeface="Times New Roman" panose="02020603050405020304" pitchFamily="18" charset="0"/>
            </a:rPr>
            <a:t>Working as a part of the team on assigned tasks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87AF8968-3058-47A4-8857-6BC75AED118E}">
      <dgm:prSet/>
      <dgm:spPr/>
      <dgm:t>
        <a:bodyPr/>
        <a:lstStyle/>
        <a:p>
          <a:r>
            <a:rPr lang="en-US"/>
            <a:t>Completion of work , final report</a:t>
          </a:r>
          <a:endParaRPr lang="en-IN"/>
        </a:p>
      </dgm:t>
    </dgm:pt>
    <dgm:pt modelId="{9C0089FD-D3DE-4E47-BB63-645908230484}" type="parTrans" cxnId="{09C8CAEA-E14B-4EAC-97D1-AA92C22CF522}">
      <dgm:prSet/>
      <dgm:spPr/>
    </dgm:pt>
    <dgm:pt modelId="{69452A02-B988-47D9-814B-F9FE12FA6ECA}" type="sibTrans" cxnId="{09C8CAEA-E14B-4EAC-97D1-AA92C22CF522}">
      <dgm:prSet/>
      <dgm:spPr/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1BAA636A-7EFE-4278-A9E8-08CA417D620E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B9BB8FE5-1FD1-4236-B8D6-D29B5CE84816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34EF1C3-A73A-4B47-BFD4-84EED816C4F1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2F47BD40-C62C-4606-AE7F-B2E51420C44F}" type="presOf" srcId="{87AF8968-3058-47A4-8857-6BC75AED118E}" destId="{8CAE5A4D-0C7B-48A6-917B-0B8433D0574B}" srcOrd="0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A819C884-C0F9-4E41-A5C2-354FB23DEA47}" type="presOf" srcId="{65C051F6-A849-4495-A964-CD4C650B9C06}" destId="{934EF1C3-A73A-4B47-BFD4-84EED816C4F1}" srcOrd="0" destOrd="0" presId="urn:microsoft.com/office/officeart/2011/layout/InterconnectedBlockProcess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F9DB7E91-64D3-4DDF-88F5-EC0FA47D165E}" type="presOf" srcId="{87AF8968-3058-47A4-8857-6BC75AED118E}" destId="{B9BB8FE5-1FD1-4236-B8D6-D29B5CE84816}" srcOrd="1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09C8CAEA-E14B-4EAC-97D1-AA92C22CF522}" srcId="{65C051F6-A849-4495-A964-CD4C650B9C06}" destId="{87AF8968-3058-47A4-8857-6BC75AED118E}" srcOrd="0" destOrd="0" parTransId="{9C0089FD-D3DE-4E47-BB63-645908230484}" sibTransId="{69452A02-B988-47D9-814B-F9FE12FA6ECA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5AD5B491-D4EF-4DE8-967C-7DA01E4C5874}" type="presParOf" srcId="{A6BCDA7B-D633-438F-B44D-CB4D60E5C492}" destId="{1BAA636A-7EFE-4278-A9E8-08CA417D620E}" srcOrd="0" destOrd="0" presId="urn:microsoft.com/office/officeart/2011/layout/InterconnectedBlockProcess"/>
    <dgm:cxn modelId="{924B22F7-921C-4DAA-8B0F-8EF236259ED9}" type="presParOf" srcId="{1BAA636A-7EFE-4278-A9E8-08CA417D620E}" destId="{8CAE5A4D-0C7B-48A6-917B-0B8433D0574B}" srcOrd="0" destOrd="0" presId="urn:microsoft.com/office/officeart/2011/layout/InterconnectedBlockProcess"/>
    <dgm:cxn modelId="{F14EEC10-499F-4FD2-93AC-788937ACB2F1}" type="presParOf" srcId="{A6BCDA7B-D633-438F-B44D-CB4D60E5C492}" destId="{B9BB8FE5-1FD1-4236-B8D6-D29B5CE84816}" srcOrd="1" destOrd="0" presId="urn:microsoft.com/office/officeart/2011/layout/InterconnectedBlockProcess"/>
    <dgm:cxn modelId="{B5B4715A-5496-48A7-BFFC-933F66383BBD}" type="presParOf" srcId="{A6BCDA7B-D633-438F-B44D-CB4D60E5C492}" destId="{934EF1C3-A73A-4B47-BFD4-84EED816C4F1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Completion of work , final report</a:t>
          </a:r>
          <a:endParaRPr lang="en-IN" sz="1600" kern="1200"/>
        </a:p>
      </dsp:txBody>
      <dsp:txXfrm>
        <a:off x="7335949" y="811639"/>
        <a:ext cx="1116055" cy="3246556"/>
      </dsp:txXfrm>
    </dsp:sp>
    <dsp:sp modelId="{934EF1C3-A73A-4B47-BFD4-84EED816C4F1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+mn-lt"/>
              <a:cs typeface="Times New Roman" panose="02020603050405020304" pitchFamily="18" charset="0"/>
            </a:rPr>
            <a:t>Working as a part of the team on assigned tasks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Training on Tax processes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Onboarding and orientation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31/01/2026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31-01-2026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31-01-2026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31-01-2026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31-01-2026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31-01-2026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31-01-2026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31-01-2026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31-01-2026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31-01-2026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31-01-2026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31-01-2026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31-01-2026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  </a:t>
            </a:r>
            <a:r>
              <a:rPr lang="en-GB" sz="1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Sumana Datta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(Information Science and Engineering)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Gopal Krishna Shyam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Sreehari T M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JOB TITLE – TAX TECHNOLOGY TRANSFORMATION (TTT)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502233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Harshitha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20221ISE0077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8ISE01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EY Global Delivery Services (GDS) India is a key part of Ernst &amp; Young’s global network, providing integrated support services to EY member firms worldwide. </a:t>
            </a:r>
          </a:p>
          <a:p>
            <a:r>
              <a:rPr lang="en-US" dirty="0"/>
              <a:t>It delivers a wide range of services across consulting, assurance, tax, strategy, and technology, enabling EY teams to operate efficiently and at scale. EY GDS India plays a critical role in driving digital transformation, data analytics, automation, and innovation initiatives across global engagements. </a:t>
            </a:r>
          </a:p>
          <a:p>
            <a:r>
              <a:rPr lang="en-US" dirty="0"/>
              <a:t>With offices in major Indian cities, it leverages a diverse and highly skilled talent pool to deliver high-quality solutions. The organization emphasizes collaboration, continuous learning, and building long-term value for clients across industries.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My working domain is </a:t>
            </a:r>
            <a:r>
              <a:rPr lang="en-US" b="1" dirty="0"/>
              <a:t>Tax Technology Transformation (TTT)</a:t>
            </a:r>
            <a:r>
              <a:rPr lang="en-US" dirty="0"/>
              <a:t> at EY Global Delivery Services, which focuses on modernizing and digitizing tax-related processes using technology. </a:t>
            </a:r>
          </a:p>
          <a:p>
            <a:r>
              <a:rPr lang="en-US" dirty="0"/>
              <a:t>In this domain, I work at the intersection of tax, technology, and business, helping teams improve efficiency, accuracy, and compliance through tools and platforms.</a:t>
            </a:r>
          </a:p>
          <a:p>
            <a:r>
              <a:rPr lang="en-US" dirty="0"/>
              <a:t> The role involves supporting the implementation and optimization of systems such as contract lifecycle management (CLM), data analytics, and automation solutions.</a:t>
            </a:r>
          </a:p>
          <a:p>
            <a:r>
              <a:rPr lang="en-US" dirty="0"/>
              <a:t> I also collaborate with cross-functional teams to understand requirements, streamline workflows, and enhance user experience. Overall, my domain plays a key role in transforming traditional tax functions into agile, technology-driven operations that deliver greater value to clients.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My team is part of the </a:t>
            </a:r>
            <a:r>
              <a:rPr lang="en-US" b="1" dirty="0"/>
              <a:t>Tax Technology Transformation (TTT)</a:t>
            </a:r>
            <a:r>
              <a:rPr lang="en-US" dirty="0"/>
              <a:t> domain at EY GDS, where we work collaboratively to support technology-driven improvements in tax and compliance processes. </a:t>
            </a:r>
          </a:p>
          <a:p>
            <a:r>
              <a:rPr lang="en-US" dirty="0"/>
              <a:t>The team focuses on learning and contributing to tools, platforms, and workflows that enhance efficiency, accuracy, and standardization across engagements. </a:t>
            </a:r>
          </a:p>
          <a:p>
            <a:r>
              <a:rPr lang="en-US" dirty="0"/>
              <a:t>We operate in a supportive and knowledge-sharing environment, where guidance and collaboration are encouraged. </a:t>
            </a:r>
          </a:p>
          <a:p>
            <a:r>
              <a:rPr lang="en-US" dirty="0"/>
              <a:t>My reporting manager provides clear direction, regular feedback, and mentorship, helping me understand both the technical and business aspects of our work.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2FC5C1B-77FC-0FD9-F78A-32D938CA81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3034" y="1330964"/>
            <a:ext cx="1060076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Preparing for and cracking the interview through technical and communication 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Adapting to the corporate work culture and professional expectations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Understanding a new domain and learning unfamiliar tools and technologies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Adjusting to the team’s workflow and collaboration style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Managing time effectively while balancing learning and assigned tasks</a:t>
            </a: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25B36DB-D637-5BDD-5377-36582C90A0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57623"/>
            <a:ext cx="963808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help modernize traditional tax processes by integrating technology-driven solutions.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assist teams in delivering high-quality, compliant, and timely outcomes for clients.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bridge the gap between technical implementation and business requirements.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build a strong foundation in tax technology and professional consulting skills.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To learn and apply tools, platforms, and processes used in tax and compliance operations.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To gain practical exposure to real-world enterprise systems and corporate practices.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1901349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69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you will be achieving in each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27761F-336A-279A-213D-82DF0056655E}"/>
              </a:ext>
            </a:extLst>
          </p:cNvPr>
          <p:cNvSpPr txBox="1"/>
          <p:nvPr/>
        </p:nvSpPr>
        <p:spPr>
          <a:xfrm>
            <a:off x="6897093" y="2066365"/>
            <a:ext cx="108473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Continued as a team-based work and process  understanding</a:t>
            </a:r>
            <a:endParaRPr lang="en-IN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7094</TotalTime>
  <Words>723</Words>
  <Application>Microsoft Office PowerPoint</Application>
  <PresentationFormat>Widescreen</PresentationFormat>
  <Paragraphs>86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HARSHITHA V</cp:lastModifiedBy>
  <cp:revision>718</cp:revision>
  <dcterms:created xsi:type="dcterms:W3CDTF">2022-10-14T07:18:17Z</dcterms:created>
  <dcterms:modified xsi:type="dcterms:W3CDTF">2026-01-31T18:03:43Z</dcterms:modified>
</cp:coreProperties>
</file>